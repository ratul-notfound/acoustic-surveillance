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3"/>
  </p:notesMasterIdLst>
  <p:sldIdLst>
    <p:sldId id="256" r:id="rId2"/>
    <p:sldId id="264" r:id="rId3"/>
    <p:sldId id="280" r:id="rId4"/>
    <p:sldId id="303" r:id="rId5"/>
    <p:sldId id="302" r:id="rId6"/>
    <p:sldId id="299" r:id="rId7"/>
    <p:sldId id="300" r:id="rId8"/>
    <p:sldId id="301" r:id="rId9"/>
    <p:sldId id="298" r:id="rId10"/>
    <p:sldId id="304" r:id="rId11"/>
    <p:sldId id="295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6168" autoAdjust="0"/>
  </p:normalViewPr>
  <p:slideViewPr>
    <p:cSldViewPr>
      <p:cViewPr varScale="1">
        <p:scale>
          <a:sx n="108" d="100"/>
          <a:sy n="108" d="100"/>
        </p:scale>
        <p:origin x="660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zadur Ahamed" userId="8f49328ae0887731" providerId="LiveId" clId="{B183DD02-3410-4FA1-9C0D-0B5A4D254714}"/>
    <pc:docChg chg="undo custSel addSld delSld modSld sldOrd modMainMaster">
      <pc:chgData name="Sazzadur Ahamed" userId="8f49328ae0887731" providerId="LiveId" clId="{B183DD02-3410-4FA1-9C0D-0B5A4D254714}" dt="2026-01-13T08:45:16.439" v="255" actId="14100"/>
      <pc:docMkLst>
        <pc:docMk/>
      </pc:docMkLst>
      <pc:sldChg chg="delSp modSp">
        <pc:chgData name="Sazzadur Ahamed" userId="8f49328ae0887731" providerId="LiveId" clId="{B183DD02-3410-4FA1-9C0D-0B5A4D254714}" dt="2026-01-13T08:45:16.439" v="255" actId="14100"/>
        <pc:sldMkLst>
          <pc:docMk/>
          <pc:sldMk cId="0" sldId="256"/>
        </pc:sldMkLst>
        <pc:spChg chg="mod">
          <ac:chgData name="Sazzadur Ahamed" userId="8f49328ae0887731" providerId="LiveId" clId="{B183DD02-3410-4FA1-9C0D-0B5A4D254714}" dt="2026-01-13T08:45:16.439" v="255" actId="14100"/>
          <ac:spMkLst>
            <pc:docMk/>
            <pc:sldMk cId="0" sldId="256"/>
            <ac:spMk id="5" creationId="{00000000-0000-0000-0000-000000000000}"/>
          </ac:spMkLst>
        </pc:spChg>
        <pc:spChg chg="del">
          <ac:chgData name="Sazzadur Ahamed" userId="8f49328ae0887731" providerId="LiveId" clId="{B183DD02-3410-4FA1-9C0D-0B5A4D254714}" dt="2026-01-13T08:44:56.194" v="245" actId="478"/>
          <ac:spMkLst>
            <pc:docMk/>
            <pc:sldMk cId="0" sldId="256"/>
            <ac:spMk id="4100" creationId="{00000000-0000-0000-0000-000000000000}"/>
          </ac:spMkLst>
        </pc:spChg>
      </pc:sldChg>
      <pc:sldChg chg="modSp">
        <pc:chgData name="Sazzadur Ahamed" userId="8f49328ae0887731" providerId="LiveId" clId="{B183DD02-3410-4FA1-9C0D-0B5A4D254714}" dt="2026-01-13T08:43:51.907" v="221" actId="20577"/>
        <pc:sldMkLst>
          <pc:docMk/>
          <pc:sldMk cId="0" sldId="264"/>
        </pc:sldMkLst>
        <pc:spChg chg="mod">
          <ac:chgData name="Sazzadur Ahamed" userId="8f49328ae0887731" providerId="LiveId" clId="{B183DD02-3410-4FA1-9C0D-0B5A4D254714}" dt="2026-01-13T08:43:51.907" v="221" actId="20577"/>
          <ac:spMkLst>
            <pc:docMk/>
            <pc:sldMk cId="0" sldId="264"/>
            <ac:spMk id="3" creationId="{00000000-0000-0000-0000-000000000000}"/>
          </ac:spMkLst>
        </pc:spChg>
      </pc:sldChg>
      <pc:sldChg chg="ord">
        <pc:chgData name="Sazzadur Ahamed" userId="8f49328ae0887731" providerId="LiveId" clId="{B183DD02-3410-4FA1-9C0D-0B5A4D254714}" dt="2026-01-13T08:40:45.025" v="133"/>
        <pc:sldMkLst>
          <pc:docMk/>
          <pc:sldMk cId="1295605191" sldId="280"/>
        </pc:sldMkLst>
      </pc:sldChg>
      <pc:sldChg chg="del ord">
        <pc:chgData name="Sazzadur Ahamed" userId="8f49328ae0887731" providerId="LiveId" clId="{B183DD02-3410-4FA1-9C0D-0B5A4D254714}" dt="2026-01-13T08:41:16.102" v="136" actId="2696"/>
        <pc:sldMkLst>
          <pc:docMk/>
          <pc:sldMk cId="825664896" sldId="293"/>
        </pc:sldMkLst>
      </pc:sldChg>
      <pc:sldChg chg="modSp">
        <pc:chgData name="Sazzadur Ahamed" userId="8f49328ae0887731" providerId="LiveId" clId="{B183DD02-3410-4FA1-9C0D-0B5A4D254714}" dt="2026-01-13T08:42:05.144" v="152" actId="20577"/>
        <pc:sldMkLst>
          <pc:docMk/>
          <pc:sldMk cId="1026547098" sldId="299"/>
        </pc:sldMkLst>
        <pc:spChg chg="mod">
          <ac:chgData name="Sazzadur Ahamed" userId="8f49328ae0887731" providerId="LiveId" clId="{B183DD02-3410-4FA1-9C0D-0B5A4D254714}" dt="2026-01-13T08:42:05.144" v="152" actId="20577"/>
          <ac:spMkLst>
            <pc:docMk/>
            <pc:sldMk cId="1026547098" sldId="299"/>
            <ac:spMk id="2" creationId="{3C06ACC6-4944-BAC2-F177-2B401DFE20DA}"/>
          </ac:spMkLst>
        </pc:spChg>
      </pc:sldChg>
      <pc:sldChg chg="modSp">
        <pc:chgData name="Sazzadur Ahamed" userId="8f49328ae0887731" providerId="LiveId" clId="{B183DD02-3410-4FA1-9C0D-0B5A4D254714}" dt="2026-01-13T08:42:20.423" v="153"/>
        <pc:sldMkLst>
          <pc:docMk/>
          <pc:sldMk cId="64320671" sldId="300"/>
        </pc:sldMkLst>
        <pc:spChg chg="mod">
          <ac:chgData name="Sazzadur Ahamed" userId="8f49328ae0887731" providerId="LiveId" clId="{B183DD02-3410-4FA1-9C0D-0B5A4D254714}" dt="2026-01-13T08:42:20.423" v="153"/>
          <ac:spMkLst>
            <pc:docMk/>
            <pc:sldMk cId="64320671" sldId="300"/>
            <ac:spMk id="2" creationId="{E5545561-8C72-6804-E4E6-A84D47F104D0}"/>
          </ac:spMkLst>
        </pc:spChg>
      </pc:sldChg>
      <pc:sldChg chg="modSp">
        <pc:chgData name="Sazzadur Ahamed" userId="8f49328ae0887731" providerId="LiveId" clId="{B183DD02-3410-4FA1-9C0D-0B5A4D254714}" dt="2026-01-13T08:43:11.032" v="201" actId="20577"/>
        <pc:sldMkLst>
          <pc:docMk/>
          <pc:sldMk cId="2884450143" sldId="301"/>
        </pc:sldMkLst>
        <pc:spChg chg="mod">
          <ac:chgData name="Sazzadur Ahamed" userId="8f49328ae0887731" providerId="LiveId" clId="{B183DD02-3410-4FA1-9C0D-0B5A4D254714}" dt="2026-01-13T08:43:11.032" v="201" actId="20577"/>
          <ac:spMkLst>
            <pc:docMk/>
            <pc:sldMk cId="2884450143" sldId="301"/>
            <ac:spMk id="2" creationId="{305850B3-F19E-7C6E-5F6E-3BD95AE44560}"/>
          </ac:spMkLst>
        </pc:spChg>
      </pc:sldChg>
      <pc:sldChg chg="ord">
        <pc:chgData name="Sazzadur Ahamed" userId="8f49328ae0887731" providerId="LiveId" clId="{B183DD02-3410-4FA1-9C0D-0B5A4D254714}" dt="2026-01-13T08:41:50.503" v="142"/>
        <pc:sldMkLst>
          <pc:docMk/>
          <pc:sldMk cId="121828964" sldId="302"/>
        </pc:sldMkLst>
      </pc:sldChg>
      <pc:sldChg chg="modSp add">
        <pc:chgData name="Sazzadur Ahamed" userId="8f49328ae0887731" providerId="LiveId" clId="{B183DD02-3410-4FA1-9C0D-0B5A4D254714}" dt="2026-01-13T08:41:41.331" v="141" actId="1076"/>
        <pc:sldMkLst>
          <pc:docMk/>
          <pc:sldMk cId="1152814439" sldId="303"/>
        </pc:sldMkLst>
        <pc:spChg chg="mod">
          <ac:chgData name="Sazzadur Ahamed" userId="8f49328ae0887731" providerId="LiveId" clId="{B183DD02-3410-4FA1-9C0D-0B5A4D254714}" dt="2026-01-13T08:41:41.331" v="141" actId="1076"/>
          <ac:spMkLst>
            <pc:docMk/>
            <pc:sldMk cId="1152814439" sldId="303"/>
            <ac:spMk id="2" creationId="{00000000-0000-0000-0000-000000000000}"/>
          </ac:spMkLst>
        </pc:spChg>
      </pc:sldChg>
      <pc:sldChg chg="modSp add">
        <pc:chgData name="Sazzadur Ahamed" userId="8f49328ae0887731" providerId="LiveId" clId="{B183DD02-3410-4FA1-9C0D-0B5A4D254714}" dt="2026-01-13T08:44:13.818" v="240" actId="20577"/>
        <pc:sldMkLst>
          <pc:docMk/>
          <pc:sldMk cId="479742792" sldId="304"/>
        </pc:sldMkLst>
        <pc:spChg chg="mod">
          <ac:chgData name="Sazzadur Ahamed" userId="8f49328ae0887731" providerId="LiveId" clId="{B183DD02-3410-4FA1-9C0D-0B5A4D254714}" dt="2026-01-13T08:44:13.818" v="240" actId="20577"/>
          <ac:spMkLst>
            <pc:docMk/>
            <pc:sldMk cId="479742792" sldId="304"/>
            <ac:spMk id="2" creationId="{278529A4-43BD-CC77-7F19-34228C3DF8D1}"/>
          </ac:spMkLst>
        </pc:spChg>
      </pc:sldChg>
      <pc:sldMasterChg chg="modSldLayout">
        <pc:chgData name="Sazzadur Ahamed" userId="8f49328ae0887731" providerId="LiveId" clId="{B183DD02-3410-4FA1-9C0D-0B5A4D254714}" dt="2026-01-13T08:44:49.455" v="244" actId="1076"/>
        <pc:sldMasterMkLst>
          <pc:docMk/>
          <pc:sldMasterMk cId="0" sldId="2147483659"/>
        </pc:sldMasterMkLst>
        <pc:sldLayoutChg chg="delSp modSp">
          <pc:chgData name="Sazzadur Ahamed" userId="8f49328ae0887731" providerId="LiveId" clId="{B183DD02-3410-4FA1-9C0D-0B5A4D254714}" dt="2026-01-13T08:44:49.455" v="244" actId="1076"/>
          <pc:sldLayoutMkLst>
            <pc:docMk/>
            <pc:sldMasterMk cId="0" sldId="2147483659"/>
            <pc:sldLayoutMk cId="0" sldId="2147483672"/>
          </pc:sldLayoutMkLst>
          <pc:spChg chg="mod">
            <ac:chgData name="Sazzadur Ahamed" userId="8f49328ae0887731" providerId="LiveId" clId="{B183DD02-3410-4FA1-9C0D-0B5A4D254714}" dt="2026-01-13T08:44:49.455" v="244" actId="1076"/>
            <ac:spMkLst>
              <pc:docMk/>
              <pc:sldMasterMk cId="0" sldId="2147483659"/>
              <pc:sldLayoutMk cId="0" sldId="2147483672"/>
              <ac:spMk id="3" creationId="{00000000-0000-0000-0000-000000000000}"/>
            </ac:spMkLst>
          </pc:spChg>
          <pc:spChg chg="mod">
            <ac:chgData name="Sazzadur Ahamed" userId="8f49328ae0887731" providerId="LiveId" clId="{B183DD02-3410-4FA1-9C0D-0B5A4D254714}" dt="2026-01-13T08:44:43.471" v="243" actId="1076"/>
            <ac:spMkLst>
              <pc:docMk/>
              <pc:sldMasterMk cId="0" sldId="2147483659"/>
              <pc:sldLayoutMk cId="0" sldId="2147483672"/>
              <ac:spMk id="7" creationId="{00000000-0000-0000-0000-000000000000}"/>
            </ac:spMkLst>
          </pc:spChg>
          <pc:spChg chg="del">
            <ac:chgData name="Sazzadur Ahamed" userId="8f49328ae0887731" providerId="LiveId" clId="{B183DD02-3410-4FA1-9C0D-0B5A4D254714}" dt="2026-01-13T08:44:33.110" v="241" actId="478"/>
            <ac:spMkLst>
              <pc:docMk/>
              <pc:sldMasterMk cId="0" sldId="2147483659"/>
              <pc:sldLayoutMk cId="0" sldId="2147483672"/>
              <ac:spMk id="8" creationId="{00000000-0000-0000-0000-000000000000}"/>
            </ac:spMkLst>
          </pc:spChg>
          <pc:spChg chg="del">
            <ac:chgData name="Sazzadur Ahamed" userId="8f49328ae0887731" providerId="LiveId" clId="{B183DD02-3410-4FA1-9C0D-0B5A4D254714}" dt="2026-01-13T08:44:35.429" v="242" actId="478"/>
            <ac:spMkLst>
              <pc:docMk/>
              <pc:sldMasterMk cId="0" sldId="2147483659"/>
              <pc:sldLayoutMk cId="0" sldId="2147483672"/>
              <ac:spMk id="2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759200" y="3222625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400" y="3962401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dirty="0">
                <a:solidFill>
                  <a:srgbClr val="7030A0"/>
                </a:solidFill>
              </a:rPr>
              <a:t>Weather Prediction Based on Real Time Data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886200" y="3733800"/>
            <a:ext cx="4800600" cy="2438400"/>
          </a:xfrm>
        </p:spPr>
        <p:txBody>
          <a:bodyPr rtlCol="0">
            <a:normAutofit/>
          </a:bodyPr>
          <a:lstStyle/>
          <a:p>
            <a:endParaRPr lang="en-US" sz="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Apple Mahmud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172-15-10000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Shakib Al Hasan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172-15-10000</a:t>
            </a:r>
          </a:p>
          <a:p>
            <a:endParaRPr lang="en-US" sz="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Study/Literature Review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Motivation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this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Datasets, Tools and Techniques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Study/Literature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A606-7A4D-49E8-FD3D-682102C9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1064-DDC2-8140-E554-385A791B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6B71-21FD-04D6-556B-38CE32A5EA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A18D-A965-E706-08E3-07D58DEAE3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7E1D-7696-3342-8575-E29B24C5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ACC6-4944-BAC2-F177-2B401DFE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 and 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463C8-4F0D-351E-DE6B-3C8A65B7E0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CEF74-9626-B0FA-E21C-74A5BD2BB1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4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7963-5E83-1ED3-106C-70223D0A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561-8C72-6804-E4E6-A84D47F1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this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29DB-5137-851D-5D9C-7B22F7C5E8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63EB-E6DC-C0C0-0768-E8865B8083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C7AD-9C97-23E1-7CCC-1BD92A6E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50B3-F19E-7C6E-5F6E-3BD95AE4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Datasets, 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7DA11-A15F-956C-D182-0D413DDC78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F2EFF-F92F-B5AA-C42F-5484AB53EB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5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7A5-8A8B-275D-FDE8-D3A5439C1B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65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7A5-8A8B-275D-FDE8-D3A5439C1B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4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836</TotalTime>
  <Words>93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New Microsoft PowerPoint Presentation</vt:lpstr>
      <vt:lpstr>Weather Prediction Based on Real Time Data</vt:lpstr>
      <vt:lpstr>Outline</vt:lpstr>
      <vt:lpstr>Introduction</vt:lpstr>
      <vt:lpstr>Background Study/Literature Review</vt:lpstr>
      <vt:lpstr>Gap Analysis</vt:lpstr>
      <vt:lpstr>Objective and Motivation </vt:lpstr>
      <vt:lpstr>Novelty of this Study</vt:lpstr>
      <vt:lpstr>Datasets, Tools and Techniques</vt:lpstr>
      <vt:lpstr>Proposed Methodology</vt:lpstr>
      <vt:lpstr>Expected Outcomes 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Sazzadur Ahamed</cp:lastModifiedBy>
  <cp:revision>252</cp:revision>
  <dcterms:created xsi:type="dcterms:W3CDTF">2011-07-17T02:56:35Z</dcterms:created>
  <dcterms:modified xsi:type="dcterms:W3CDTF">2026-01-13T08:45:21Z</dcterms:modified>
</cp:coreProperties>
</file>